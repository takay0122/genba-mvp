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taka\Desktop\開発\休憩管理アプリ\genba-mvp\docgen\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2011680" cy="6563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5603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現場運営支援システム 操作説明書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3703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genba-mvp / Version 1.1 / 2026年8月(Googleログイン・2段階認証を追加)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 Aster Systems　担当: 吉崎 天晴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</a:t>
            </a:r>
            <a:endParaRPr lang="en-US" sz="2600" dirty="0"/>
          </a:p>
        </p:txBody>
      </p:sp>
      <p:pic>
        <p:nvPicPr>
          <p:cNvPr id="4" name="Image 0" descr="C:\Users\ytaka\Desktop\開発\休憩管理アプリ\genba-mvp\docgen\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411480"/>
            <a:ext cx="1097280" cy="358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73736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システム概要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ログイン・チーム参加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Googleログイン・2段階認証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チーム作成(オーナー向け)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Command Center(管理者向け)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 勤務・休憩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 配置管理(管理者向け)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09360" y="173736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 ポイント投票・バッジ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 AI提案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 チャット・通知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11. マイページ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12. プラン・課金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13. 管理ページ(サイト管理者向け)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14. よくある質問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システム概要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現場運営支援システムとは</a:t>
            </a:r>
            <a:endParaRPr lang="en-US" sz="2600" dirty="0"/>
          </a:p>
        </p:txBody>
      </p:sp>
      <p:pic>
        <p:nvPicPr>
          <p:cNvPr id="4" name="Image 0" descr="C:\Users\ytaka\Desktop\開発\休憩管理アプリ\genba-mvp\docgen\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411480"/>
            <a:ext cx="1097280" cy="358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イベント・コンサート等の現場スタッフの「勤務・休憩・配置・ポイント投票」を、スマートフォンひとつで管理できるWebアプリです。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5603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5F8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7432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オーナー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チームの作成者。全操作・課金契約が可能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29000" y="25603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5F8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11880" y="27432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611880" y="32461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オーナーが任命。配置・通知等を操作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7920" y="25603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5F8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7432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00800" y="32461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アカウントで参加するスタッフ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006840" y="25603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5F8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89720" y="27432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ゲスト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189720" y="32461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QR/URL/コードで参加(登録不要)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ログイン・チーム参加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アカウント登録とゲスト参加</a:t>
            </a:r>
            <a:endParaRPr lang="en-US" sz="2600" dirty="0"/>
          </a:p>
        </p:txBody>
      </p:sp>
      <p:pic>
        <p:nvPicPr>
          <p:cNvPr id="4" name="Image 0" descr="C:\Users\ytaka\Desktop\開発\休憩管理アプリ\genba-mvp\docgen\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411480"/>
            <a:ext cx="1097280" cy="358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アカウントを作る場合:「新規登録」タブから名前・メール・パスワード(8文字以上)を入力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現場に招待された場合: 共有されたQRコードを読み取るか、URLを開く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アカウントを作らずに「ゲスト」として参加することも可能(その場合、実績は累計されません)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参加時に表示名と予定勤務時間を入力すると、必要休憩時間が自動計算されます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一度ログインすると、次回は前回開いていたチームに自動的に入ります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Googleログイン・2段階認証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Googleアカウントでログイン/2段階認証を設定する</a:t>
            </a:r>
            <a:endParaRPr lang="en-US" sz="2600" dirty="0"/>
          </a:p>
        </p:txBody>
      </p:sp>
      <p:pic>
        <p:nvPicPr>
          <p:cNvPr id="4" name="Image 0" descr="C:\Users\ytaka\Desktop\開発\休憩管理アプリ\genba-mvp\docgen\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411480"/>
            <a:ext cx="1097280" cy="358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3736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ログイン画面の「Googleでログイン」を押すと、Googleのログイン画面に移動して認証できます(パスワードの入力は不要)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同じメールアドレスで既にアカウントをお持ちの場合は、自動的にそのアカウントと連携されます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新規登録直後、2段階認証の設定案内が表示されます(その場で設定してもスキップして後で設定してもかまいません)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設定する場合は、認証アプリ(Google Authenticator等)でQRコードを読み取り、表示された6桁コードを入力すると有効化されます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有効化すると、次回以降のログイン時に認証アプリの6桁コードの入力が必要になります(なりすまし防止)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認証アプリが手元にない場合に備えて、バックアップコード(8個・1回限り使用)が発行されます。必ず控えておいてください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2段階認証はマイページの「セキュリティ設定」からいつでもON/OFFを切り替えられます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チーム作成(オーナー向け)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現場(チーム)を作る</a:t>
            </a:r>
            <a:endParaRPr lang="en-US" sz="2600" dirty="0"/>
          </a:p>
        </p:txBody>
      </p:sp>
      <p:pic>
        <p:nvPicPr>
          <p:cNvPr id="4" name="Image 0" descr="C:\Users\ytaka\Desktop\開発\休憩管理アプリ\genba-mvp\docgen\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411480"/>
            <a:ext cx="1097280" cy="358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「チーム一覧」画面の「＋チーム作成」から、現場名・会場名・開催日を入力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AI提案を使いたい場合はスイッチをON(課金プランが必要です)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作成すると、参加用のQRコードと共有URLが発行されます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URLをLINE等でスタッフに共有するだけで、相手はアカウント不要ですぐ参加できます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チーム作成には利用回数の制限があります(プラン・課金画面で確認できます)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Command Center(管理者向け)</a:t>
            </a:r>
            <a:endParaRPr lang="en-US" sz="3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現場全体を一画面で把握する</a:t>
            </a:r>
            <a:endParaRPr lang="en-US" sz="2600" dirty="0"/>
          </a:p>
        </p:txBody>
      </p:sp>
      <p:pic>
        <p:nvPicPr>
          <p:cNvPr id="4" name="Image 0" descr="C:\Users\ytaka\Desktop\開発\休憩管理アプリ\genba-mvp\docgen\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411480"/>
            <a:ext cx="1097280" cy="358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KPIカード: 勤務中・休憩中・開始前・退勤済み・休憩不足の人数が一目でわかる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アラート: 休憩不足や配置の空きを自動で検出して知らせる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AI提案: 状況を分析したおすすめの対応が表示され、「適用」で即反映できる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配置サマリー・スタッフ状況・チャット・通知の最新も同じ画面で確認できる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勤務・休憩</a:t>
            </a:r>
            <a:endParaRPr lang="en-US" sz="3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自分の勤務・休憩を記録する</a:t>
            </a:r>
            <a:endParaRPr lang="en-US" sz="2600" dirty="0"/>
          </a:p>
        </p:txBody>
      </p:sp>
      <p:pic>
        <p:nvPicPr>
          <p:cNvPr id="4" name="Image 0" descr="C:\Users\ytaka\Desktop\開発\休憩管理アプリ\genba-mvp\docgen\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411480"/>
            <a:ext cx="1097280" cy="358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「マイ勤務」画面が本人操作の中心。ボタン操作は不要で、予定時刻になると自動的に「勤務中」になる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休憩は「休憩開始」ボタンを押すだけ。何度でも分割して取得できる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必要休憩時間は勤務予定に応じて自動計算(6時間以上で45分、8時間以上で60分)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休憩が足りない場合は責任者側に自動でアラートが届く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勤務が終わったら「退勤する」ボタンを押す(管理者が代わりに記録することも可能)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配置管理(管理者向け)</a:t>
            </a:r>
            <a:endParaRPr lang="en-US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持ち場にスタッフを配置する</a:t>
            </a:r>
            <a:endParaRPr lang="en-US" sz="2600" dirty="0"/>
          </a:p>
        </p:txBody>
      </p:sp>
      <p:pic>
        <p:nvPicPr>
          <p:cNvPr id="4" name="Image 0" descr="C:\Users\ytaka\Desktop\開発\休憩管理アプリ\genba-mvp\docgen\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411480"/>
            <a:ext cx="1097280" cy="358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「配置管理」画面で、スタッフごとに開始・終了時刻と配置名(持ち場)を登録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配置はよく使う持ち場名から選択、または自由入力ができる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「タイムライン」画面で、全員の勤務・配置・休憩を時系列でまとめて確認できる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配置の変更・削除はすべて監査ログに記録され、後から確認できる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ポイント投票・バッジ</a:t>
            </a:r>
            <a:endParaRPr lang="en-US" sz="3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現場の活躍を称え合う</a:t>
            </a:r>
            <a:endParaRPr lang="en-US" sz="2600" dirty="0"/>
          </a:p>
        </p:txBody>
      </p:sp>
      <p:pic>
        <p:nvPicPr>
          <p:cNvPr id="4" name="Image 0" descr="C:\Users\ytaka\Desktop\開発\休憩管理アプリ\genba-mvp\docgen\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411480"/>
            <a:ext cx="1097280" cy="358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現場終了後、自分以外の1名に「ポイント投票」で投票する(1人1回)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管理者が投票を締め切ると、得票順に1位3P・2位2P・3位1Pが確定する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獲得ポイントはアカウントに累計され、マイページでいつでも確認できる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MVPバッジ・初ポイント・休憩マスター・累計10P到達などのバッジが自動で付与される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獲得したバッジは、マイページから「名前の前に表示するバッジ」として選べる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AI提案</a:t>
            </a:r>
            <a:endParaRPr lang="en-US" sz="3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AIに現場運営のヒントをもらう</a:t>
            </a:r>
            <a:endParaRPr lang="en-US" sz="2600" dirty="0"/>
          </a:p>
        </p:txBody>
      </p:sp>
      <p:pic>
        <p:nvPicPr>
          <p:cNvPr id="4" name="Image 0" descr="C:\Users\ytaka\Desktop\開発\休憩管理アプリ\genba-mvp\docgen\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411480"/>
            <a:ext cx="1097280" cy="358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Command Centerまたは「AI提案」画面で「再分析」を押すと、現在の状況をAIが分析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休憩不足の解消案や、配置が空いている持ち場への提案が表示される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「この提案を配置に適用する」を押すと、そのまま配置として登録される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AI未接続時は自動でルールベースの提案に切り替わるため、機能が止まることはない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利用には課金プラン(月額またはクレジット)が必要です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チャット・通知</a:t>
            </a:r>
            <a:endParaRPr lang="en-US" sz="3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現場内のやり取り</a:t>
            </a:r>
            <a:endParaRPr lang="en-US" sz="2600" dirty="0"/>
          </a:p>
        </p:txBody>
      </p:sp>
      <p:pic>
        <p:nvPicPr>
          <p:cNvPr id="4" name="Image 0" descr="C:\Users\ytaka\Desktop\開発\休憩管理アプリ\genba-mvp\docgen\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411480"/>
            <a:ext cx="1097280" cy="358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「チャット」画面はチーム全員が参加できる現場内チャット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スタンプで素早く返信できる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管理者は「通知」画面から一斉連絡・緊急連絡を全員に送信できる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システムからの自動通知(休憩終了・バッジ獲得など)も同じ画面に届く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</a:t>
            </a:r>
            <a:endParaRPr lang="en-US" sz="3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自分の実績を確認する</a:t>
            </a:r>
            <a:endParaRPr lang="en-US" sz="2600" dirty="0"/>
          </a:p>
        </p:txBody>
      </p:sp>
      <p:pic>
        <p:nvPicPr>
          <p:cNvPr id="4" name="Image 0" descr="C:\Users\ytaka\Desktop\開発\休憩管理アプリ\genba-mvp\docgen\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411480"/>
            <a:ext cx="1097280" cy="358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ヘッダーの「マイページ」から、チームに参加しなくても実績を確認できる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累計ポイント・累計勤務時間・参加現場数・獲得バッジの一覧が見られる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過去に参加した現場の履歴(順位・獲得ポイント)も確認できる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プラン・課金</a:t>
            </a:r>
            <a:endParaRPr lang="en-US" sz="3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プランの確認と利用枠の管理</a:t>
            </a:r>
            <a:endParaRPr lang="en-US" sz="2600" dirty="0"/>
          </a:p>
        </p:txBody>
      </p:sp>
      <p:pic>
        <p:nvPicPr>
          <p:cNvPr id="4" name="Image 0" descr="C:\Users\ytaka\Desktop\開発\休憩管理アプリ\genba-mvp\docgen\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411480"/>
            <a:ext cx="1097280" cy="358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「プラン」画面で、月額プラン(¥980/月)とクレジット(10/50/100回分)を比較・選択できる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決済機能の準備が整うまでの間は、毎月クレジット50回分が全アカウントに自動付与される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貯めたポイントを150P消費して、AI提案が1日使い放題になる「デイパス」と交換できる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招待コードをお持ちの場合は、同画面の入力欄からコードを利用できる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管理ページ(サイト管理者向け)</a:t>
            </a:r>
            <a:endParaRPr lang="en-US" sz="3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サービス全体の運営</a:t>
            </a:r>
            <a:endParaRPr lang="en-US" sz="2600" dirty="0"/>
          </a:p>
        </p:txBody>
      </p:sp>
      <p:pic>
        <p:nvPicPr>
          <p:cNvPr id="4" name="Image 0" descr="C:\Users\ytaka\Desktop\開発\休憩管理アプリ\genba-mvp\docgen\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411480"/>
            <a:ext cx="1097280" cy="358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ヘッダーの「管理」は、指定されたメールアドレスでログインした場合のみ表示される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「概要」タブ: 登録ユーザー数・チーム数・売上・入金履歴を確認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「招待コード」タブ: 友人向け無制限コード、またはクレジット付与コードを発行・管理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「ユーザー」タブ: 全ユーザーの契約状況・残高・実績を一覧で確認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よくある質問</a:t>
            </a:r>
            <a:endParaRPr lang="en-US" sz="3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困ったときは</a:t>
            </a:r>
            <a:endParaRPr lang="en-US" sz="2600" dirty="0"/>
          </a:p>
        </p:txBody>
      </p:sp>
      <p:pic>
        <p:nvPicPr>
          <p:cNvPr id="4" name="Image 0" descr="C:\Users\ytaka\Desktop\開発\休憩管理アプリ\genba-mvp\docgen\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411480"/>
            <a:ext cx="1097280" cy="35802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4F5F8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81051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「プランを見る」が反応しない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19456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スマートフォンのブラウザキャッシュが古い可能性があります。一度タブを閉じて開き直してください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880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4F5F8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95351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チームを作成できない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33756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無料枠(1日1件・月15件)を使い切っている可能性があります。プラン・課金画面で状況を確認してください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4023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4F5F8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09651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AI提案が使えない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448056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チームの管理者設定でAI提案がOFFになっているか、利用枠が不足している可能性があります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5166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4F5F8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523951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招待されたのにチームが開けない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562356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QRコード・URLの有効期限切れ、またはチームが削除された可能性があります。発行者に確認してください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taka\Desktop\開発\休憩管理アプリ\genba-mvp\docgen\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76" y="2377440"/>
            <a:ext cx="2743200" cy="8950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EB8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ご不明な点はAster Systems(吉崎)までご連絡ください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2026-08-20T16:54:35Z</dcterms:created>
  <dcterms:modified xsi:type="dcterms:W3CDTF">2026-08-20T16:54:35Z</dcterms:modified>
</cp:coreProperties>
</file>